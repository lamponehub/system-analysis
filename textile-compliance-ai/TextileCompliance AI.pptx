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BD6FF29-A562-43E3-A1AC-A964D26A1990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5465C-1BB5-42E8-96D4-144F13DB11B7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113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FF29-A562-43E3-A1AC-A964D26A1990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5465C-1BB5-42E8-96D4-144F13DB11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594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FF29-A562-43E3-A1AC-A964D26A1990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5465C-1BB5-42E8-96D4-144F13DB11B7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478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FF29-A562-43E3-A1AC-A964D26A1990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5465C-1BB5-42E8-96D4-144F13DB11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388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FF29-A562-43E3-A1AC-A964D26A1990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5465C-1BB5-42E8-96D4-144F13DB11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04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FF29-A562-43E3-A1AC-A964D26A1990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5465C-1BB5-42E8-96D4-144F13DB11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53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FF29-A562-43E3-A1AC-A964D26A1990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5465C-1BB5-42E8-96D4-144F13DB11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790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FF29-A562-43E3-A1AC-A964D26A1990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5465C-1BB5-42E8-96D4-144F13DB11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7380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FF29-A562-43E3-A1AC-A964D26A1990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5465C-1BB5-42E8-96D4-144F13DB11B7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340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FF29-A562-43E3-A1AC-A964D26A1990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5465C-1BB5-42E8-96D4-144F13DB11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321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FF29-A562-43E3-A1AC-A964D26A1990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5465C-1BB5-42E8-96D4-144F13DB11B7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97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BD6FF29-A562-43E3-A1AC-A964D26A1990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E25465C-1BB5-42E8-96D4-144F13DB11B7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188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8A57E-6B3F-80C0-5692-B811404510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TextileCompliance</a:t>
            </a:r>
            <a:r>
              <a:rPr lang="en-US" dirty="0"/>
              <a:t> AI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131D18B-7B0E-3F01-1280-D3748E2176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Интеллектуальный ассистент для швейного бизнеса</a:t>
            </a:r>
          </a:p>
          <a:p>
            <a:r>
              <a:rPr lang="ru-RU" dirty="0"/>
              <a:t>Пет-проект системного аналитика (Fashion Tech + AI)</a:t>
            </a:r>
          </a:p>
        </p:txBody>
      </p:sp>
    </p:spTree>
    <p:extLst>
      <p:ext uri="{BB962C8B-B14F-4D97-AF65-F5344CB8AC3E}">
        <p14:creationId xmlns:p14="http://schemas.microsoft.com/office/powerpoint/2010/main" val="4254143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BACDEA-0016-D9F0-CA3E-B58EFB527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1. Проблема (</a:t>
            </a:r>
            <a:r>
              <a:rPr lang="en-US"/>
              <a:t>Problem Statement)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78A57E-856F-FB69-7C33-B6E88FBBF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Малые швейные бренды теряют время и деньги из-за:</a:t>
            </a:r>
          </a:p>
          <a:p>
            <a:r>
              <a:rPr lang="ru-RU"/>
              <a:t>• Неспособности грамотно оформить заявку на грант (ФРП, Минпромторг) из-за сложных требований к техкартам и финансовым моделям.</a:t>
            </a:r>
          </a:p>
          <a:p>
            <a:r>
              <a:rPr lang="ru-RU"/>
              <a:t>• Ошибок в описании товаров для маркетплейсов (WB/Ozon), что ведет к штрафам или плохому ранжированию.</a:t>
            </a:r>
          </a:p>
          <a:p>
            <a:r>
              <a:rPr lang="ru-RU"/>
              <a:t>• Отсутствия единой базы знаний по ГОСТам и регламентам легкой промышленности.</a:t>
            </a:r>
          </a:p>
        </p:txBody>
      </p:sp>
    </p:spTree>
    <p:extLst>
      <p:ext uri="{BB962C8B-B14F-4D97-AF65-F5344CB8AC3E}">
        <p14:creationId xmlns:p14="http://schemas.microsoft.com/office/powerpoint/2010/main" val="508215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77483-4646-91BB-E1C2-83B2CD15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2. Решение (</a:t>
            </a:r>
            <a:r>
              <a:rPr lang="en-US"/>
              <a:t>Solution)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A8AA5E-01A5-8DDC-C8C9-D383D316C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Веб-сервис (прототип на Streamlit) с чат-интерфейсом помогает предпринимателю:</a:t>
            </a:r>
          </a:p>
          <a:p>
            <a:r>
              <a:rPr lang="ru-RU"/>
              <a:t>• Сгенерировать черновик заявки на грант на основе вводных данных (оборудование, ткани, команда).</a:t>
            </a:r>
          </a:p>
          <a:p>
            <a:r>
              <a:rPr lang="ru-RU"/>
              <a:t>• Автоматически проверить описание товара на соответствие требованиям маркетплейсов и ГОСТам.</a:t>
            </a:r>
          </a:p>
          <a:p>
            <a:r>
              <a:rPr lang="ru-RU"/>
              <a:t>• Сформировать структуру папок проекта по принципу Docs-as-Code (Markdown + Git) для версионирования изменений.</a:t>
            </a:r>
          </a:p>
        </p:txBody>
      </p:sp>
    </p:spTree>
    <p:extLst>
      <p:ext uri="{BB962C8B-B14F-4D97-AF65-F5344CB8AC3E}">
        <p14:creationId xmlns:p14="http://schemas.microsoft.com/office/powerpoint/2010/main" val="369037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8D00E-220E-7235-716A-317171F43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3. Роль Системного Аналитика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277E96-2549-E1A8-82DD-BE1303D3F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полного цикла работы аналитика:</a:t>
            </a:r>
          </a:p>
          <a:p>
            <a:r>
              <a:rPr lang="ru-RU" dirty="0"/>
              <a:t>• Сбор требований: Формулировка гипотез на основе опыта и болей бизнеса.</a:t>
            </a:r>
          </a:p>
          <a:p>
            <a:r>
              <a:rPr lang="ru-RU" dirty="0"/>
              <a:t>• Проектирование архитектуры (RAG): База знаний (векторная БД) + Логика промптов (исключение галлюцинаций).</a:t>
            </a:r>
          </a:p>
          <a:p>
            <a:r>
              <a:rPr lang="ru-RU" dirty="0"/>
              <a:t>• Моделирование процессов (BPMN/UML): Схема «As-</a:t>
            </a:r>
            <a:r>
              <a:rPr lang="ru-RU" dirty="0" err="1"/>
              <a:t>Is</a:t>
            </a:r>
            <a:r>
              <a:rPr lang="ru-RU" dirty="0"/>
              <a:t>» </a:t>
            </a:r>
            <a:r>
              <a:rPr lang="ru-RU" dirty="0" err="1"/>
              <a:t>vs</a:t>
            </a:r>
            <a:r>
              <a:rPr lang="ru-RU" dirty="0"/>
              <a:t> «To-Be», </a:t>
            </a:r>
            <a:r>
              <a:rPr lang="ru-RU" dirty="0" err="1"/>
              <a:t>Sequence</a:t>
            </a:r>
            <a:r>
              <a:rPr lang="ru-RU" dirty="0"/>
              <a:t> </a:t>
            </a:r>
            <a:r>
              <a:rPr lang="ru-RU" dirty="0" err="1"/>
              <a:t>Diagram</a:t>
            </a:r>
            <a:r>
              <a:rPr lang="ru-RU" dirty="0"/>
              <a:t>.</a:t>
            </a:r>
          </a:p>
          <a:p>
            <a:r>
              <a:rPr lang="ru-RU" dirty="0"/>
              <a:t>• Прототипирование API: Описание </a:t>
            </a:r>
            <a:r>
              <a:rPr lang="ru-RU" dirty="0" err="1"/>
              <a:t>эндпоинтов</a:t>
            </a:r>
            <a:r>
              <a:rPr lang="ru-RU" dirty="0"/>
              <a:t> в </a:t>
            </a:r>
            <a:r>
              <a:rPr lang="ru-RU" dirty="0" err="1"/>
              <a:t>OpenAPI</a:t>
            </a:r>
            <a:r>
              <a:rPr lang="ru-RU" dirty="0"/>
              <a:t> (</a:t>
            </a:r>
            <a:r>
              <a:rPr lang="ru-RU" dirty="0" err="1"/>
              <a:t>Swagger</a:t>
            </a:r>
            <a:r>
              <a:rPr lang="ru-RU" dirty="0"/>
              <a:t>).</a:t>
            </a:r>
          </a:p>
          <a:p>
            <a:r>
              <a:rPr lang="ru-RU" dirty="0"/>
              <a:t>• Документация: Ведение проектной документации в </a:t>
            </a:r>
            <a:r>
              <a:rPr lang="ru-RU" dirty="0" err="1"/>
              <a:t>Markdown</a:t>
            </a:r>
            <a:r>
              <a:rPr lang="ru-RU" dirty="0"/>
              <a:t> репозитории (</a:t>
            </a:r>
            <a:r>
              <a:rPr lang="ru-RU" dirty="0" err="1"/>
              <a:t>Git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17553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C56E8-DF00-981E-C5BD-5F8C22DEA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4. Технический 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C25E0F-B206-62F0-ECF7-6028AFE43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Упрощенный стек для пет-проекта:</a:t>
            </a:r>
          </a:p>
          <a:p>
            <a:r>
              <a:rPr lang="ru-RU"/>
              <a:t>• </a:t>
            </a:r>
            <a:r>
              <a:rPr lang="en-US"/>
              <a:t>LLM: </a:t>
            </a:r>
            <a:r>
              <a:rPr lang="ru-RU"/>
              <a:t>Локальная модель (</a:t>
            </a:r>
            <a:r>
              <a:rPr lang="en-US"/>
              <a:t>Ollama: Qwen/DeepSeek) </a:t>
            </a:r>
            <a:r>
              <a:rPr lang="ru-RU"/>
              <a:t>или </a:t>
            </a:r>
            <a:r>
              <a:rPr lang="en-US"/>
              <a:t>API.</a:t>
            </a:r>
          </a:p>
          <a:p>
            <a:r>
              <a:rPr lang="en-US"/>
              <a:t>• RAG Framework: LangChain / LlamaIndex.</a:t>
            </a:r>
          </a:p>
          <a:p>
            <a:r>
              <a:rPr lang="en-US"/>
              <a:t>• Vector DB: ChromaDB / FAISS (</a:t>
            </a:r>
            <a:r>
              <a:rPr lang="ru-RU"/>
              <a:t>локально).</a:t>
            </a:r>
          </a:p>
          <a:p>
            <a:r>
              <a:rPr lang="ru-RU"/>
              <a:t>• </a:t>
            </a:r>
            <a:r>
              <a:rPr lang="en-US"/>
              <a:t>Interface: Streamlit (Python) – </a:t>
            </a:r>
            <a:r>
              <a:rPr lang="ru-RU"/>
              <a:t>быстро и наглядно.</a:t>
            </a:r>
          </a:p>
          <a:p>
            <a:r>
              <a:rPr lang="ru-RU"/>
              <a:t>• </a:t>
            </a:r>
            <a:r>
              <a:rPr lang="en-US"/>
              <a:t>Docs: Markdown + Git (GitHub/GitLab).</a:t>
            </a:r>
          </a:p>
          <a:p>
            <a:r>
              <a:rPr lang="en-US"/>
              <a:t>• Diagrams: Draw.io / PlantUML (</a:t>
            </a:r>
            <a:r>
              <a:rPr lang="ru-RU"/>
              <a:t>интеграция в репо).</a:t>
            </a:r>
          </a:p>
        </p:txBody>
      </p:sp>
    </p:spTree>
    <p:extLst>
      <p:ext uri="{BB962C8B-B14F-4D97-AF65-F5344CB8AC3E}">
        <p14:creationId xmlns:p14="http://schemas.microsoft.com/office/powerpoint/2010/main" val="292997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999B4F-436C-0A48-71E3-72C67FF6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5. План реализации (</a:t>
            </a:r>
            <a:r>
              <a:rPr lang="en-US"/>
              <a:t>Roadmap)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6029F2-6FBC-36FF-49FD-37553A232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/>
              <a:t>Этап 1: Исследование и Сбор данных (1 неделя)</a:t>
            </a:r>
          </a:p>
          <a:p>
            <a:r>
              <a:rPr lang="ru-RU"/>
              <a:t>  - Сбор PDF (гранты, ГОСТы, правила WB). Описание User Stories.</a:t>
            </a:r>
          </a:p>
          <a:p>
            <a:r>
              <a:rPr lang="ru-RU"/>
              <a:t>Этап 2: Проектирование (1-2 недели)</a:t>
            </a:r>
          </a:p>
          <a:p>
            <a:r>
              <a:rPr lang="ru-RU"/>
              <a:t>  - BPMN процессы, ER-диаграмма базы знаний, спецификация промптов.</a:t>
            </a:r>
          </a:p>
          <a:p>
            <a:r>
              <a:rPr lang="ru-RU"/>
              <a:t>Этап 3: Прототип (MVP) (2 недели)</a:t>
            </a:r>
          </a:p>
          <a:p>
            <a:r>
              <a:rPr lang="ru-RU"/>
              <a:t>  - Подъем RAG-системы, интерфейс Streamlit, функция «Проверка техкарты».</a:t>
            </a:r>
          </a:p>
          <a:p>
            <a:r>
              <a:rPr lang="ru-RU"/>
              <a:t>Этап 4: Упаковка кейса (1 неделя)</a:t>
            </a:r>
          </a:p>
          <a:p>
            <a:r>
              <a:rPr lang="ru-RU"/>
              <a:t>  - Оформление GitHub README, статья для сообщества («Сетка» / Fashion Tech).</a:t>
            </a:r>
          </a:p>
        </p:txBody>
      </p:sp>
    </p:spTree>
    <p:extLst>
      <p:ext uri="{BB962C8B-B14F-4D97-AF65-F5344CB8AC3E}">
        <p14:creationId xmlns:p14="http://schemas.microsoft.com/office/powerpoint/2010/main" val="21363258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414</Words>
  <Application>Microsoft Office PowerPoint</Application>
  <PresentationFormat>Широкоэкранный</PresentationFormat>
  <Paragraphs>37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Calibri</vt:lpstr>
      <vt:lpstr>Tw Cen MT</vt:lpstr>
      <vt:lpstr>Tw Cen MT Condensed</vt:lpstr>
      <vt:lpstr>Wingdings 3</vt:lpstr>
      <vt:lpstr>Интеграл</vt:lpstr>
      <vt:lpstr>TextileCompliance AI</vt:lpstr>
      <vt:lpstr>1. Проблема (Problem Statement)</vt:lpstr>
      <vt:lpstr>2. Решение (Solution)</vt:lpstr>
      <vt:lpstr>3. Роль Системного Аналитика</vt:lpstr>
      <vt:lpstr>4. Технический стек</vt:lpstr>
      <vt:lpstr>5. План реализации (Roadmap)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Полина Варганова</dc:creator>
  <cp:lastModifiedBy>Полина Варганова</cp:lastModifiedBy>
  <cp:revision>1</cp:revision>
  <dcterms:created xsi:type="dcterms:W3CDTF">2026-03-14T20:40:21Z</dcterms:created>
  <dcterms:modified xsi:type="dcterms:W3CDTF">2026-03-14T20:40:57Z</dcterms:modified>
</cp:coreProperties>
</file>