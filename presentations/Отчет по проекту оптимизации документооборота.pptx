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778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517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743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319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54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277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516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875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681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63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04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8168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589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4673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993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064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5668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CD5DFC-BF79-4D06-C622-1F0CC7FE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DAB84C-1B2E-7111-A967-9DAFAFFB4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07A17A-141F-B45E-FA55-C2912545B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85770D-105D-5E20-8B8C-4B8AA5653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53B328-B2E1-A7FF-3036-BC1C3C015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069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DC34EB8-F25D-45B0-A573-6914D80B1EC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5088B-BEE9-40B7-919E-7C3AF82F0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7788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CDCE31-40AA-950F-7E5D-3C3A90ADAE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Отчет по проекту оптимизации документооборота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BF0795-CDF2-849B-C76E-295CC11071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Результаты внедрения 1С:ДО 3.0 и перехода на КЭП</a:t>
            </a:r>
          </a:p>
          <a:p>
            <a:r>
              <a:rPr lang="ru-RU" b="1" dirty="0"/>
              <a:t>Докладчик: Системный аналитик</a:t>
            </a:r>
          </a:p>
          <a:p>
            <a:r>
              <a:rPr lang="ru-RU" b="1" dirty="0"/>
              <a:t>Период реализации: 4 месяца</a:t>
            </a:r>
          </a:p>
        </p:txBody>
      </p:sp>
    </p:spTree>
    <p:extLst>
      <p:ext uri="{BB962C8B-B14F-4D97-AF65-F5344CB8AC3E}">
        <p14:creationId xmlns:p14="http://schemas.microsoft.com/office/powerpoint/2010/main" val="336654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650C47-EA40-1556-B829-040B19A6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Диагностика проблемных зон (</a:t>
            </a:r>
            <a:r>
              <a:rPr lang="en-US" dirty="0"/>
              <a:t>Q1)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41B260-0C06-B6F6-67E8-8AA992739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Выявлено в ходе аудита:</a:t>
            </a:r>
          </a:p>
          <a:p>
            <a:r>
              <a:rPr lang="ru-RU" dirty="0"/>
              <a:t>• Критический узел: ручное подписание Гендиректором (1 визит в месяц).</a:t>
            </a:r>
          </a:p>
          <a:p>
            <a:endParaRPr lang="ru-RU" dirty="0"/>
          </a:p>
          <a:p>
            <a:r>
              <a:rPr lang="ru-RU" b="1" dirty="0"/>
              <a:t>Зафиксированные потери:</a:t>
            </a:r>
          </a:p>
          <a:p>
            <a:r>
              <a:rPr lang="ru-RU" dirty="0"/>
              <a:t>• HR: Отток 60% кандидатов из-за срока ожидания (30 дней).</a:t>
            </a:r>
          </a:p>
          <a:p>
            <a:r>
              <a:rPr lang="ru-RU" dirty="0"/>
              <a:t>• Комплаенс: Штрафы от Минцифры за просрочку отчетности.</a:t>
            </a:r>
          </a:p>
          <a:p>
            <a:r>
              <a:rPr lang="ru-RU" dirty="0"/>
              <a:t>• Эффективность: До 10 часов времени Гендиректора в месяц на рутину.</a:t>
            </a:r>
          </a:p>
          <a:p>
            <a:endParaRPr lang="ru-RU" dirty="0"/>
          </a:p>
          <a:p>
            <a:r>
              <a:rPr lang="ru-RU" dirty="0"/>
              <a:t>Финансовая оценка убытков: 1.2 млн ? за квартал (только потери в найме).</a:t>
            </a:r>
          </a:p>
        </p:txBody>
      </p:sp>
    </p:spTree>
    <p:extLst>
      <p:ext uri="{BB962C8B-B14F-4D97-AF65-F5344CB8AC3E}">
        <p14:creationId xmlns:p14="http://schemas.microsoft.com/office/powerpoint/2010/main" val="152009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D256B4-AB6D-8E83-38A4-4D596E8DE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Ход реализации проекта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EC63CE-1103-D2E0-1DAF-640770340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Принятые решения:</a:t>
            </a:r>
          </a:p>
          <a:p>
            <a:r>
              <a:rPr lang="ru-RU" dirty="0"/>
              <a:t>• Выбор версии 1С:ДО 3.0 (итоги воркшопа с топ-менеджментом).</a:t>
            </a:r>
          </a:p>
          <a:p>
            <a:r>
              <a:rPr lang="ru-RU" dirty="0"/>
              <a:t>• Ключевой фактор: поддержка КЭП для госорганов.</a:t>
            </a:r>
          </a:p>
          <a:p>
            <a:endParaRPr lang="ru-RU" dirty="0"/>
          </a:p>
          <a:p>
            <a:r>
              <a:rPr lang="ru-RU" b="1" dirty="0"/>
              <a:t>Архитектурные решения (координация Юристы-IT-Бизнес):</a:t>
            </a:r>
          </a:p>
          <a:p>
            <a:r>
              <a:rPr lang="ru-RU" dirty="0"/>
              <a:t>1. Двухфакторная аутентификация (решение вопроса юридической значимости).</a:t>
            </a:r>
          </a:p>
          <a:p>
            <a:r>
              <a:rPr lang="ru-RU" dirty="0"/>
              <a:t>2. Автоматизация сбора согласий на </a:t>
            </a:r>
            <a:r>
              <a:rPr lang="ru-RU" dirty="0" err="1"/>
              <a:t>ПДн</a:t>
            </a:r>
            <a:r>
              <a:rPr lang="ru-RU" dirty="0"/>
              <a:t> (чекбокс в анкете).</a:t>
            </a:r>
          </a:p>
          <a:p>
            <a:endParaRPr lang="ru-RU" dirty="0"/>
          </a:p>
          <a:p>
            <a:r>
              <a:rPr lang="ru-RU" dirty="0"/>
              <a:t>Все юридические требования успешно транслированы в технические задачи.</a:t>
            </a:r>
          </a:p>
        </p:txBody>
      </p:sp>
    </p:spTree>
    <p:extLst>
      <p:ext uri="{BB962C8B-B14F-4D97-AF65-F5344CB8AC3E}">
        <p14:creationId xmlns:p14="http://schemas.microsoft.com/office/powerpoint/2010/main" val="4237798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54078-B589-43AE-B2F1-208E89B4A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Результаты эксплуатации (за 6 месяцев)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53C4BB-EB06-D308-A210-6225439E7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Ключевые метрики:</a:t>
            </a:r>
          </a:p>
          <a:p>
            <a:r>
              <a:rPr lang="ru-RU" dirty="0"/>
              <a:t>• Скорость: Подписание сокращено с 30 до 1–2 рабочих дней.</a:t>
            </a:r>
          </a:p>
          <a:p>
            <a:r>
              <a:rPr lang="ru-RU" dirty="0"/>
              <a:t>• Найм: Конверсия офферов выросла с 40% до 92%.</a:t>
            </a:r>
          </a:p>
          <a:p>
            <a:r>
              <a:rPr lang="ru-RU" dirty="0"/>
              <a:t>• Безопасность: 0 штрафов от контролирующих органов.</a:t>
            </a:r>
          </a:p>
          <a:p>
            <a:r>
              <a:rPr lang="ru-RU" dirty="0"/>
              <a:t>• Ресурс руководства: Освобождено 16 часов/</a:t>
            </a:r>
            <a:r>
              <a:rPr lang="ru-RU" dirty="0" err="1"/>
              <a:t>мес</a:t>
            </a:r>
            <a:r>
              <a:rPr lang="ru-RU" dirty="0"/>
              <a:t> стратегического времени.</a:t>
            </a:r>
          </a:p>
          <a:p>
            <a:endParaRPr lang="ru-RU" dirty="0"/>
          </a:p>
          <a:p>
            <a:r>
              <a:rPr lang="ru-RU" b="1" dirty="0"/>
              <a:t>Статус: </a:t>
            </a:r>
            <a:r>
              <a:rPr lang="ru-RU" dirty="0"/>
              <a:t>Гендиректор полностью перешел на удаленное подписание.</a:t>
            </a:r>
          </a:p>
        </p:txBody>
      </p:sp>
    </p:spTree>
    <p:extLst>
      <p:ext uri="{BB962C8B-B14F-4D97-AF65-F5344CB8AC3E}">
        <p14:creationId xmlns:p14="http://schemas.microsoft.com/office/powerpoint/2010/main" val="3514061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9A9F78-3D1C-ED53-498A-51CCC9873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 и статус системы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CC6FAA-D847-A69E-C405-CA10F0C4C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Итоги проекта:</a:t>
            </a:r>
          </a:p>
          <a:p>
            <a:r>
              <a:rPr lang="ru-RU" dirty="0"/>
              <a:t>• Проект завершен в срок (4 месяца), система функционирует штатно.</a:t>
            </a:r>
          </a:p>
          <a:p>
            <a:r>
              <a:rPr lang="ru-RU" dirty="0"/>
              <a:t>• Цель достигнута: устранение «бумажного коллапса», создан прозрачный цифровой контур.</a:t>
            </a:r>
          </a:p>
          <a:p>
            <a:endParaRPr lang="ru-RU" dirty="0"/>
          </a:p>
          <a:p>
            <a:r>
              <a:rPr lang="ru-RU" b="1" dirty="0"/>
              <a:t>Дальнейшие шаги:</a:t>
            </a:r>
          </a:p>
          <a:p>
            <a:r>
              <a:rPr lang="ru-RU" dirty="0"/>
              <a:t>• Модель взаимодействия «Юристы-Бизнес-IT» зафиксирована как корпоративный стандарт.</a:t>
            </a:r>
          </a:p>
          <a:p>
            <a:r>
              <a:rPr lang="ru-RU" dirty="0"/>
              <a:t>• Готова поддержка и масштабирование на смежные участки.</a:t>
            </a:r>
          </a:p>
        </p:txBody>
      </p:sp>
    </p:spTree>
    <p:extLst>
      <p:ext uri="{BB962C8B-B14F-4D97-AF65-F5344CB8AC3E}">
        <p14:creationId xmlns:p14="http://schemas.microsoft.com/office/powerpoint/2010/main" val="36669815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289</Words>
  <Application>Microsoft Office PowerPoint</Application>
  <PresentationFormat>Широкоэкранный</PresentationFormat>
  <Paragraphs>40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Ион</vt:lpstr>
      <vt:lpstr>Отчет по проекту оптимизации документооборота</vt:lpstr>
      <vt:lpstr>Диагностика проблемных зон (Q1)</vt:lpstr>
      <vt:lpstr>Ход реализации проекта</vt:lpstr>
      <vt:lpstr>Результаты эксплуатации (за 6 месяцев)</vt:lpstr>
      <vt:lpstr>Выводы и статус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Полина Варганова</dc:creator>
  <cp:lastModifiedBy>Полина Варганова</cp:lastModifiedBy>
  <cp:revision>1</cp:revision>
  <dcterms:created xsi:type="dcterms:W3CDTF">2026-03-14T18:35:51Z</dcterms:created>
  <dcterms:modified xsi:type="dcterms:W3CDTF">2026-03-14T18:37:37Z</dcterms:modified>
</cp:coreProperties>
</file>