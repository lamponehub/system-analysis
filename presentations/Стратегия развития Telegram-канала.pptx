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03CDD1C-29BE-4D92-A127-7F4732A9ABE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ADFA9C1-2460-4135-9139-C7FC2C723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6762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CDD1C-29BE-4D92-A127-7F4732A9ABE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FA9C1-2460-4135-9139-C7FC2C723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4715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CDD1C-29BE-4D92-A127-7F4732A9ABE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FA9C1-2460-4135-9139-C7FC2C723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8845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CDD1C-29BE-4D92-A127-7F4732A9ABE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FA9C1-2460-4135-9139-C7FC2C723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506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CDD1C-29BE-4D92-A127-7F4732A9ABE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FA9C1-2460-4135-9139-C7FC2C723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4313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CDD1C-29BE-4D92-A127-7F4732A9ABE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FA9C1-2460-4135-9139-C7FC2C723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9946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CDD1C-29BE-4D92-A127-7F4732A9ABE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FA9C1-2460-4135-9139-C7FC2C723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3996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CDD1C-29BE-4D92-A127-7F4732A9ABE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FA9C1-2460-4135-9139-C7FC2C723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0510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CDD1C-29BE-4D92-A127-7F4732A9ABE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FA9C1-2460-4135-9139-C7FC2C723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4186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CDD1C-29BE-4D92-A127-7F4732A9ABE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FA9C1-2460-4135-9139-C7FC2C723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79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CDD1C-29BE-4D92-A127-7F4732A9ABE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FA9C1-2460-4135-9139-C7FC2C723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0344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CDD1C-29BE-4D92-A127-7F4732A9ABE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FA9C1-2460-4135-9139-C7FC2C723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69456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CDD1C-29BE-4D92-A127-7F4732A9ABE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FA9C1-2460-4135-9139-C7FC2C723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2306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CDD1C-29BE-4D92-A127-7F4732A9ABE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FA9C1-2460-4135-9139-C7FC2C723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4597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CDD1C-29BE-4D92-A127-7F4732A9ABE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FA9C1-2460-4135-9139-C7FC2C723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8288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403CDD1C-29BE-4D92-A127-7F4732A9ABE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FA9C1-2460-4135-9139-C7FC2C723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85548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03CDD1C-29BE-4D92-A127-7F4732A9ABE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FA9C1-2460-4135-9139-C7FC2C723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94314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0F308A-42B9-9ED1-B3F4-BAB976DDF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D52974-3A4E-DA7C-E89D-FE3650A0A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9D6FB0-70E1-443B-6F2F-0720CE0EF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CDD1C-29BE-4D92-A127-7F4732A9ABE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866F26-0C47-77F7-4164-C49AB62EC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09474D-ED21-9323-11EA-0D2065242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FA9C1-2460-4135-9139-C7FC2C723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7597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03CDD1C-29BE-4D92-A127-7F4732A9ABEE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ADFA9C1-2460-4135-9139-C7FC2C7238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6768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DD1909-7B82-3C98-B753-EC468B06D6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>
                <a:latin typeface="Georgia" panose="02040502050405020303" pitchFamily="18" charset="0"/>
              </a:rPr>
              <a:t>Стратегия развития </a:t>
            </a:r>
            <a:r>
              <a:rPr lang="en-US" b="1" dirty="0">
                <a:latin typeface="Georgia" panose="02040502050405020303" pitchFamily="18" charset="0"/>
              </a:rPr>
              <a:t>Telegram-</a:t>
            </a:r>
            <a:r>
              <a:rPr lang="ru-RU" b="1" dirty="0">
                <a:latin typeface="Georgia" panose="02040502050405020303" pitchFamily="18" charset="0"/>
              </a:rPr>
              <a:t>канала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7FF9196-6940-536D-205E-EB4911AAF4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 err="1">
                <a:latin typeface="Montserrat ExtraBold" panose="00000900000000000000" pitchFamily="2" charset="-52"/>
              </a:rPr>
              <a:t>Lampone</a:t>
            </a:r>
            <a:r>
              <a:rPr lang="ru-RU" dirty="0">
                <a:latin typeface="Montserrat ExtraBold" panose="00000900000000000000" pitchFamily="2" charset="-52"/>
              </a:rPr>
              <a:t> </a:t>
            </a:r>
            <a:r>
              <a:rPr lang="en-US" dirty="0">
                <a:latin typeface="Montserrat ExtraBold" panose="00000900000000000000" pitchFamily="2" charset="-52"/>
              </a:rPr>
              <a:t>LABORATORIO</a:t>
            </a:r>
            <a:r>
              <a:rPr lang="ru-RU" dirty="0">
                <a:latin typeface="Montserrat ExtraBold" panose="00000900000000000000" pitchFamily="2" charset="-52"/>
              </a:rPr>
              <a:t>: Синтез астрологии, Таро и психологии</a:t>
            </a:r>
          </a:p>
          <a:p>
            <a:r>
              <a:rPr lang="ru-RU" dirty="0">
                <a:latin typeface="Montserrat ExtraBold" panose="00000900000000000000" pitchFamily="2" charset="-52"/>
              </a:rPr>
              <a:t>Автор: Полина Варганова (</a:t>
            </a:r>
            <a:r>
              <a:rPr lang="ru-RU" dirty="0" err="1">
                <a:latin typeface="Montserrat ExtraBold" panose="00000900000000000000" pitchFamily="2" charset="-52"/>
              </a:rPr>
              <a:t>Lampone</a:t>
            </a:r>
            <a:r>
              <a:rPr lang="ru-RU" dirty="0">
                <a:latin typeface="Montserrat ExtraBold" panose="00000900000000000000" pitchFamily="2" charset="-52"/>
              </a:rPr>
              <a:t>)</a:t>
            </a:r>
          </a:p>
          <a:p>
            <a:r>
              <a:rPr lang="ru-RU" dirty="0">
                <a:latin typeface="Montserrat ExtraBold" panose="00000900000000000000" pitchFamily="2" charset="-52"/>
              </a:rPr>
              <a:t>Октябрь 2025</a:t>
            </a:r>
          </a:p>
        </p:txBody>
      </p:sp>
    </p:spTree>
    <p:extLst>
      <p:ext uri="{BB962C8B-B14F-4D97-AF65-F5344CB8AC3E}">
        <p14:creationId xmlns:p14="http://schemas.microsoft.com/office/powerpoint/2010/main" val="2052448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5041CB-DEB4-9F6A-B01A-EC8719AC8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Georgia" panose="02040502050405020303" pitchFamily="18" charset="0"/>
              </a:rPr>
              <a:t>1. Суть проекта: Малиновая мастерская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CFDD73-18E4-16C3-DF25-7BBB764EC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Продукт: </a:t>
            </a:r>
            <a:r>
              <a:rPr lang="ru-RU" dirty="0"/>
              <a:t>Личный бренд и сообщество для самопознания.</a:t>
            </a:r>
          </a:p>
          <a:p>
            <a:endParaRPr lang="ru-RU" dirty="0"/>
          </a:p>
          <a:p>
            <a:r>
              <a:rPr lang="ru-RU" b="1" dirty="0"/>
              <a:t>Уникальное предложение (USP):</a:t>
            </a:r>
          </a:p>
          <a:p>
            <a:r>
              <a:rPr lang="ru-RU" dirty="0"/>
              <a:t>• Синтез системной астрологии ('почему') и тактического Таро ('что делать').</a:t>
            </a:r>
          </a:p>
          <a:p>
            <a:r>
              <a:rPr lang="ru-RU" dirty="0"/>
              <a:t>• Подход: Практический и психологический (работа с архетипами).</a:t>
            </a:r>
          </a:p>
          <a:p>
            <a:endParaRPr lang="ru-RU" dirty="0"/>
          </a:p>
          <a:p>
            <a:r>
              <a:rPr lang="ru-RU" b="1" dirty="0"/>
              <a:t>Основные услуги:</a:t>
            </a:r>
          </a:p>
          <a:p>
            <a:r>
              <a:rPr lang="ru-RU" dirty="0"/>
              <a:t>• Персональные разборы натальных карт.</a:t>
            </a:r>
          </a:p>
          <a:p>
            <a:r>
              <a:rPr lang="ru-RU" dirty="0"/>
              <a:t>• Консультации на Таро (ситуативные и прогнозные).</a:t>
            </a:r>
          </a:p>
          <a:p>
            <a:r>
              <a:rPr lang="ru-RU" dirty="0"/>
              <a:t>• Комбинированные сессии (Глубина + Тактика).</a:t>
            </a:r>
          </a:p>
          <a:p>
            <a:r>
              <a:rPr lang="ru-RU" dirty="0"/>
              <a:t>• Авторские гайды и материалы.</a:t>
            </a:r>
          </a:p>
        </p:txBody>
      </p:sp>
    </p:spTree>
    <p:extLst>
      <p:ext uri="{BB962C8B-B14F-4D97-AF65-F5344CB8AC3E}">
        <p14:creationId xmlns:p14="http://schemas.microsoft.com/office/powerpoint/2010/main" val="1967048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CA537D-015C-27BC-AADE-BA07EAC19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Georgia" panose="02040502050405020303" pitchFamily="18" charset="0"/>
              </a:rPr>
              <a:t>2. Кто наша аудитория?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B516D6-4603-4206-A6BC-470FC2A328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 dirty="0"/>
              <a:t>Ядро:</a:t>
            </a:r>
            <a:r>
              <a:rPr lang="ru-RU" dirty="0"/>
              <a:t> Женщины 25–45 лет (крупные города РФ и СНГ).</a:t>
            </a:r>
          </a:p>
          <a:p>
            <a:endParaRPr lang="ru-RU" dirty="0"/>
          </a:p>
          <a:p>
            <a:r>
              <a:rPr lang="ru-RU" b="1" dirty="0"/>
              <a:t>Интересы: </a:t>
            </a:r>
            <a:r>
              <a:rPr lang="ru-RU" dirty="0"/>
              <a:t>Психология, саморазвитие, терапия, эзотерика.</a:t>
            </a:r>
          </a:p>
          <a:p>
            <a:endParaRPr lang="ru-RU" dirty="0"/>
          </a:p>
          <a:p>
            <a:r>
              <a:rPr lang="ru-RU" b="1" dirty="0"/>
              <a:t>Ключевые 'боли':</a:t>
            </a:r>
          </a:p>
          <a:p>
            <a:r>
              <a:rPr lang="ru-RU" dirty="0"/>
              <a:t>• Экзистенциальный кризис и поиск предназначения.</a:t>
            </a:r>
          </a:p>
          <a:p>
            <a:r>
              <a:rPr lang="ru-RU" dirty="0"/>
              <a:t>• Сложности в отношениях и личных границах.</a:t>
            </a:r>
          </a:p>
          <a:p>
            <a:r>
              <a:rPr lang="ru-RU" dirty="0"/>
              <a:t>• Выгорание и ощущение 'жизни не своей жизни'.</a:t>
            </a:r>
          </a:p>
          <a:p>
            <a:endParaRPr lang="ru-RU" dirty="0"/>
          </a:p>
          <a:p>
            <a:r>
              <a:rPr lang="ru-RU" b="1" dirty="0"/>
              <a:t>Персоны:</a:t>
            </a:r>
          </a:p>
          <a:p>
            <a:r>
              <a:rPr lang="ru-RU" dirty="0"/>
              <a:t>• Алина (32 года): Ищет причины сценариев в отношениях.</a:t>
            </a:r>
          </a:p>
          <a:p>
            <a:r>
              <a:rPr lang="ru-RU" dirty="0"/>
              <a:t>• Мария (41 год): Ищет себя после декрета.</a:t>
            </a:r>
          </a:p>
        </p:txBody>
      </p:sp>
    </p:spTree>
    <p:extLst>
      <p:ext uri="{BB962C8B-B14F-4D97-AF65-F5344CB8AC3E}">
        <p14:creationId xmlns:p14="http://schemas.microsoft.com/office/powerpoint/2010/main" val="1109786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F60ED8-61DB-B0B1-D0FE-016857C62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Georgia" panose="02040502050405020303" pitchFamily="18" charset="0"/>
              </a:rPr>
              <a:t>3. Маркетинговые задачи и отличия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B0BE9E9-2AE1-DC65-53BD-03850CAFE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Бизнес-задачи:</a:t>
            </a:r>
          </a:p>
          <a:p>
            <a:r>
              <a:rPr lang="ru-RU" dirty="0"/>
              <a:t>• Формирование доверия к эксперту.</a:t>
            </a:r>
          </a:p>
          <a:p>
            <a:r>
              <a:rPr lang="ru-RU" dirty="0"/>
              <a:t>• Мягкая воронка продаж (контент -&gt; консультация).</a:t>
            </a:r>
          </a:p>
          <a:p>
            <a:r>
              <a:rPr lang="ru-RU" dirty="0"/>
              <a:t>• Удержание аудитории через поддержку.</a:t>
            </a:r>
          </a:p>
          <a:p>
            <a:endParaRPr lang="ru-RU" dirty="0"/>
          </a:p>
          <a:p>
            <a:r>
              <a:rPr lang="ru-RU" b="1" dirty="0"/>
              <a:t>Наши преимущества:</a:t>
            </a:r>
          </a:p>
          <a:p>
            <a:r>
              <a:rPr lang="ru-RU" dirty="0"/>
              <a:t>• Глубина вместо массовости.</a:t>
            </a:r>
          </a:p>
          <a:p>
            <a:r>
              <a:rPr lang="ru-RU" dirty="0"/>
              <a:t>• Доступный язык вместо сложной академичности.</a:t>
            </a:r>
          </a:p>
          <a:p>
            <a:r>
              <a:rPr lang="ru-RU" dirty="0"/>
              <a:t>• Эстетика и комьюнити-ориентированность.</a:t>
            </a:r>
          </a:p>
          <a:p>
            <a:r>
              <a:rPr lang="ru-RU" dirty="0"/>
              <a:t>• Целостность: Астрология + Таро = Полный ответ.</a:t>
            </a:r>
          </a:p>
        </p:txBody>
      </p:sp>
    </p:spTree>
    <p:extLst>
      <p:ext uri="{BB962C8B-B14F-4D97-AF65-F5344CB8AC3E}">
        <p14:creationId xmlns:p14="http://schemas.microsoft.com/office/powerpoint/2010/main" val="3541883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50C057-FF4B-BF0A-D8F9-5CC32ADB1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4. Tone of Voice и </a:t>
            </a:r>
            <a:r>
              <a:rPr lang="en-US" dirty="0" err="1">
                <a:latin typeface="Georgia" panose="02040502050405020303" pitchFamily="18" charset="0"/>
              </a:rPr>
              <a:t>Контент-микс</a:t>
            </a:r>
            <a:endParaRPr lang="ru-RU" dirty="0">
              <a:latin typeface="Georgia" panose="02040502050405020303" pitchFamily="18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3BEBCC-A318-C2BA-D12B-F6953D5C8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Голос бренда: </a:t>
            </a:r>
            <a:r>
              <a:rPr lang="ru-RU" dirty="0"/>
              <a:t>Дружелюбный, поэтичный, экспертный. Обращение на 'Вы'.</a:t>
            </a:r>
          </a:p>
          <a:p>
            <a:endParaRPr lang="ru-RU" dirty="0"/>
          </a:p>
          <a:p>
            <a:r>
              <a:rPr lang="ru-RU" b="1" dirty="0"/>
              <a:t>Ключевые форматы:</a:t>
            </a:r>
          </a:p>
          <a:p>
            <a:r>
              <a:rPr lang="ru-RU" dirty="0"/>
              <a:t>•</a:t>
            </a:r>
            <a:r>
              <a:rPr lang="ru-RU" b="1" dirty="0"/>
              <a:t> Ликбезы </a:t>
            </a:r>
            <a:r>
              <a:rPr lang="ru-RU" dirty="0"/>
              <a:t>(</a:t>
            </a:r>
            <a:r>
              <a:rPr lang="ru-RU" dirty="0" err="1"/>
              <a:t>Асцендент</a:t>
            </a:r>
            <a:r>
              <a:rPr lang="ru-RU" dirty="0"/>
              <a:t>, Масти Таро).</a:t>
            </a:r>
          </a:p>
          <a:p>
            <a:r>
              <a:rPr lang="ru-RU" dirty="0"/>
              <a:t>• </a:t>
            </a:r>
            <a:r>
              <a:rPr lang="ru-RU" b="1" dirty="0"/>
              <a:t>Прогнозы </a:t>
            </a:r>
            <a:r>
              <a:rPr lang="ru-RU" dirty="0"/>
              <a:t>(Недельные астропрогнозы, расклады).</a:t>
            </a:r>
          </a:p>
          <a:p>
            <a:r>
              <a:rPr lang="ru-RU" b="1" dirty="0"/>
              <a:t>• Глубокие посты </a:t>
            </a:r>
            <a:r>
              <a:rPr lang="ru-RU" dirty="0"/>
              <a:t>(Архетипы, Сатурн и прокрастинация).</a:t>
            </a:r>
          </a:p>
          <a:p>
            <a:r>
              <a:rPr lang="ru-RU" b="1" dirty="0"/>
              <a:t>• Практика </a:t>
            </a:r>
            <a:r>
              <a:rPr lang="ru-RU" dirty="0"/>
              <a:t>('Карта дня', ситуативные расклады).</a:t>
            </a:r>
          </a:p>
          <a:p>
            <a:r>
              <a:rPr lang="ru-RU" b="1" dirty="0"/>
              <a:t>• Вовлечение </a:t>
            </a:r>
            <a:r>
              <a:rPr lang="ru-RU" dirty="0"/>
              <a:t>(Опросы, мемы).</a:t>
            </a:r>
          </a:p>
          <a:p>
            <a:endParaRPr lang="ru-RU" dirty="0"/>
          </a:p>
          <a:p>
            <a:r>
              <a:rPr lang="ru-RU" dirty="0"/>
              <a:t>Частота: 4–6 качественных постов в неделю.</a:t>
            </a:r>
          </a:p>
        </p:txBody>
      </p:sp>
    </p:spTree>
    <p:extLst>
      <p:ext uri="{BB962C8B-B14F-4D97-AF65-F5344CB8AC3E}">
        <p14:creationId xmlns:p14="http://schemas.microsoft.com/office/powerpoint/2010/main" val="31324728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Совет директоров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Совет директоров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вет директоров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</TotalTime>
  <Words>312</Words>
  <Application>Microsoft Office PowerPoint</Application>
  <PresentationFormat>Широкоэкранный</PresentationFormat>
  <Paragraphs>51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Arial</vt:lpstr>
      <vt:lpstr>Century Gothic</vt:lpstr>
      <vt:lpstr>Georgia</vt:lpstr>
      <vt:lpstr>Montserrat ExtraBold</vt:lpstr>
      <vt:lpstr>Wingdings 3</vt:lpstr>
      <vt:lpstr>Совет директоров</vt:lpstr>
      <vt:lpstr>Стратегия развития Telegram-канала</vt:lpstr>
      <vt:lpstr>1. Суть проекта: Малиновая мастерская</vt:lpstr>
      <vt:lpstr>2. Кто наша аудитория?</vt:lpstr>
      <vt:lpstr>3. Маркетинговые задачи и отличия</vt:lpstr>
      <vt:lpstr>4. Tone of Voice и Контент-микс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Полина Варганова</dc:creator>
  <cp:lastModifiedBy>Полина Варганова</cp:lastModifiedBy>
  <cp:revision>1</cp:revision>
  <dcterms:created xsi:type="dcterms:W3CDTF">2026-03-14T19:03:28Z</dcterms:created>
  <dcterms:modified xsi:type="dcterms:W3CDTF">2026-03-14T19:10:24Z</dcterms:modified>
</cp:coreProperties>
</file>